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d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co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stran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g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org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not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age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_yo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_l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_m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_notdo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_commi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_exclus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_likem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_like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_trya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_walk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_too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_too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_fin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